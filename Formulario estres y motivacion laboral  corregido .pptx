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21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14" autoAdjust="0"/>
    <p:restoredTop sz="94631"/>
  </p:normalViewPr>
  <p:slideViewPr>
    <p:cSldViewPr snapToGrid="0">
      <p:cViewPr varScale="1">
        <p:scale>
          <a:sx n="78" d="100"/>
          <a:sy n="78" d="100"/>
        </p:scale>
        <p:origin x="82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9E9FB-9D6D-184F-A83A-639B016CC7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9C2148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71ABF6-3D7D-1DA5-DD59-65560169EE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DAEE1A-5B09-076D-149B-7B0A4DC37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C2148"/>
                </a:solidFill>
              </a:defRPr>
            </a:lvl1pPr>
          </a:lstStyle>
          <a:p>
            <a:fld id="{58EA2777-B67A-402D-AB27-9369AD4A693A}" type="datetimeFigureOut">
              <a:rPr lang="es-MX" smtClean="0"/>
              <a:pPr/>
              <a:t>28/02/2026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03BA7C-510B-D3B6-72FA-66A573DC0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C2148"/>
                </a:solidFill>
              </a:defRPr>
            </a:lvl1pPr>
          </a:lstStyle>
          <a:p>
            <a:r>
              <a:rPr lang="es-MX" dirty="0"/>
              <a:t>Instituto Tecnológico de Aguascalientes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F3DF3E-995D-9009-BDFD-3DB6E57E1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C2148"/>
                </a:solidFill>
              </a:defRPr>
            </a:lvl1pPr>
          </a:lstStyle>
          <a:p>
            <a:fld id="{6A90C2A0-633E-43D8-B95E-C89DD7C1EB1D}" type="slidenum">
              <a:rPr lang="es-MX" smtClean="0"/>
              <a:pPr/>
              <a:t>‹Nº›</a:t>
            </a:fld>
            <a:endParaRPr lang="es-MX"/>
          </a:p>
        </p:txBody>
      </p:sp>
      <p:pic>
        <p:nvPicPr>
          <p:cNvPr id="7" name="Gráfico 1">
            <a:extLst>
              <a:ext uri="{FF2B5EF4-FFF2-40B4-BE49-F238E27FC236}">
                <a16:creationId xmlns:a16="http://schemas.microsoft.com/office/drawing/2014/main" id="{BD1B42EB-B010-CB52-C5E7-FDE38904786E}"/>
              </a:ext>
            </a:extLst>
          </p:cNvPr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0035" y="301519"/>
            <a:ext cx="3343275" cy="43942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4FA4E30-2A3A-BF9C-B9FD-BD9F66A3EB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2" t="14076" r="16339" b="22564"/>
          <a:stretch>
            <a:fillRect/>
          </a:stretch>
        </p:blipFill>
        <p:spPr>
          <a:xfrm>
            <a:off x="10522338" y="208916"/>
            <a:ext cx="831462" cy="6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45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F25BB-D3B9-BB21-986E-F799552132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9C2148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054E4C-9914-2569-1317-72C7C9A76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517D4E-11C7-3D27-2F3E-0A48C5B4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2777-B67A-402D-AB27-9369AD4A693A}" type="datetimeFigureOut">
              <a:rPr lang="es-MX" smtClean="0"/>
              <a:t>28/02/2026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949A74-0190-9022-BA88-F449BF0C4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Instituto Tecnológico de Aguascalientes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352518-91A7-6D69-426A-2D6666CDF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0C2A0-633E-43D8-B95E-C89DD7C1EB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3488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4178F-6712-F602-EF85-89555770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C2148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D52501-8368-8BC5-B07D-5E03823AC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79EDD0-FDCC-3DDA-7240-40AD13EDB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2777-B67A-402D-AB27-9369AD4A693A}" type="datetimeFigureOut">
              <a:rPr lang="es-MX" smtClean="0"/>
              <a:t>28/02/2026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962040-E059-7956-F587-C541FAD80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Instituto Tecnológico de Aguascalientes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415AA0-A64C-F7D2-A2B4-B246901E7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0C2A0-633E-43D8-B95E-C89DD7C1EB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5948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ED9DC-18EE-C6EB-688F-BAB9ACF118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9C2148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DEAF8F-7E8B-0776-1561-BC24DAB55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95227"/>
            <a:ext cx="5181600" cy="368173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BA816C-E88B-38B9-BF7A-F8BE40584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95227"/>
            <a:ext cx="5181600" cy="368173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F7BE95-B72B-22BD-98DF-638FC804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2777-B67A-402D-AB27-9369AD4A693A}" type="datetimeFigureOut">
              <a:rPr lang="es-MX" smtClean="0"/>
              <a:t>28/02/2026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7E1771-F7F0-5450-8316-96623DFC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Instituto Tecnológico de Aguascalientes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B3830C-70CD-5C94-C833-638032439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0C2A0-633E-43D8-B95E-C89DD7C1EB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1006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AF16D-350F-E820-15C5-31DDF3F59F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5053"/>
            <a:ext cx="10515600" cy="1325563"/>
          </a:xfrm>
        </p:spPr>
        <p:txBody>
          <a:bodyPr/>
          <a:lstStyle>
            <a:lvl1pPr>
              <a:defRPr>
                <a:solidFill>
                  <a:srgbClr val="9C2148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86361F-75C0-8B4D-A37D-5FCD9D722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202052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E4836C-0465-1E23-1EC5-FFA300D0C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92651"/>
            <a:ext cx="5157787" cy="2997012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E7F050-287E-E17E-F086-DB4AE513F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02052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9C7F907-E3A6-CF69-4767-377C39EED3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92651"/>
            <a:ext cx="5183188" cy="2997012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2A0F33-6BAE-2AD5-FC8F-F75DDFD7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2777-B67A-402D-AB27-9369AD4A693A}" type="datetimeFigureOut">
              <a:rPr lang="es-MX" smtClean="0"/>
              <a:t>28/02/2026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3780F4B-59A0-81A7-7DFD-96915A678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Instituto Tecnológico de Aguascalientes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626E825-E944-84D6-3E55-DA243A5F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0C2A0-633E-43D8-B95E-C89DD7C1EB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668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A9146-7EA0-3675-B5E7-E983248031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9C2148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2111CA-B690-1513-0453-3FA8A1B6F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2777-B67A-402D-AB27-9369AD4A693A}" type="datetimeFigureOut">
              <a:rPr lang="es-MX" smtClean="0"/>
              <a:t>28/02/2026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E69F357-C85C-BEFE-84F4-7F4C13F66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Instituto Tecnológico de Aguascalientes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D19771-854D-D2B7-4EF5-7BA2559C3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0C2A0-633E-43D8-B95E-C89DD7C1EB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399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D693AC-35C5-AC12-0878-522B62A94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2777-B67A-402D-AB27-9369AD4A693A}" type="datetimeFigureOut">
              <a:rPr lang="es-MX" smtClean="0"/>
              <a:t>28/02/2026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DE571FB-07CC-9D63-4FEA-1F058A49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Instituto Tecnológico de Aguascalientes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EEC4F9-66CF-EA79-1292-19AEB5660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0C2A0-633E-43D8-B95E-C89DD7C1EB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1995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690EE-D7FF-ED39-B16F-3963BFA8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9C2148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40E433-452E-EB97-F002-9EBDA74E2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5088CA7-93B7-C090-CDF0-C40E5E61B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FC28A3-0C05-6B5D-4F61-245E76836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2777-B67A-402D-AB27-9369AD4A693A}" type="datetimeFigureOut">
              <a:rPr lang="es-MX" smtClean="0"/>
              <a:t>28/02/2026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31876D-47C1-17FD-1188-F35CB504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Instituto Tecnológico de Aguascalientes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014D5F-AEF7-FDE3-07DF-851945AD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0C2A0-633E-43D8-B95E-C89DD7C1EB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590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A2752-8087-0244-6C65-54019D89B8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9C2148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DE1DC71-6ED1-BF2D-EFDB-076C1D714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87BB6D-7CC6-ECCE-37C6-1B12547FF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BA46B6-0ABE-EB1A-5326-743DA024C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2777-B67A-402D-AB27-9369AD4A693A}" type="datetimeFigureOut">
              <a:rPr lang="es-MX" smtClean="0"/>
              <a:t>28/02/2026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6842A7-F095-B6B9-C8E1-0359876D2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Instituto Tecnológico de Aguascalientes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EF068D-EFBC-F489-1D43-C6757AE63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0C2A0-633E-43D8-B95E-C89DD7C1EB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4824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57D7C-316E-F214-6A51-ADE685317E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9C2148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B2199E-4BE3-585B-B63A-B0FCDA56A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008BA9-C0FB-5C1C-32B9-E034E3C8B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2777-B67A-402D-AB27-9369AD4A693A}" type="datetimeFigureOut">
              <a:rPr lang="es-MX" smtClean="0"/>
              <a:t>28/02/2026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F6B162-5F3B-68E0-C184-84C12E73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Instituto Tecnológico de Aguascalientes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780DF3-9D83-E29B-5EB9-950CED2BA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0C2A0-633E-43D8-B95E-C89DD7C1EB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1273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B14DE0-57FD-19D3-25B9-071E676BC928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724900" y="991891"/>
            <a:ext cx="2628900" cy="5185071"/>
          </a:xfrm>
        </p:spPr>
        <p:txBody>
          <a:bodyPr vert="eaVert"/>
          <a:lstStyle>
            <a:lvl1pPr>
              <a:defRPr>
                <a:solidFill>
                  <a:srgbClr val="9C2148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00F79E-C9F0-BA1B-94C6-C52B0629C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1891"/>
            <a:ext cx="7734300" cy="5185071"/>
          </a:xfrm>
        </p:spPr>
        <p:txBody>
          <a:bodyPr vert="eaVert"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69C536-46E2-C44E-2646-A74A421CC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2777-B67A-402D-AB27-9369AD4A693A}" type="datetimeFigureOut">
              <a:rPr lang="es-MX" smtClean="0"/>
              <a:t>28/02/2026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9342EE-4F67-B1FB-6ABC-D7C6004B7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Instituto Tecnológico de Aguascalientes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0F84EC-C982-9AAD-46C5-9B8BFE046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0C2A0-633E-43D8-B95E-C89DD7C1EB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1189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BF0FFE4-F260-26C5-14B1-6E5FD6395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97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C2F9FA-9FA6-243C-80BE-B5C19A52D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510725"/>
            <a:ext cx="10515600" cy="3666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725C92-B416-2493-3D77-707FB4F1D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fld id="{58EA2777-B67A-402D-AB27-9369AD4A693A}" type="datetimeFigureOut">
              <a:rPr lang="es-MX" smtClean="0"/>
              <a:pPr/>
              <a:t>28/02/2026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1A4305-07E5-329C-5E44-7D70AE6F96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MX" dirty="0"/>
              <a:t>Instituto Tecnológico de Aguascalientes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091F64-B906-108F-88B4-C461840FF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fld id="{6A90C2A0-633E-43D8-B95E-C89DD7C1EB1D}" type="slidenum">
              <a:rPr lang="es-MX" smtClean="0"/>
              <a:pPr/>
              <a:t>‹Nº›</a:t>
            </a:fld>
            <a:endParaRPr lang="es-MX"/>
          </a:p>
        </p:txBody>
      </p:sp>
      <p:pic>
        <p:nvPicPr>
          <p:cNvPr id="7" name="Gráfico 1">
            <a:extLst>
              <a:ext uri="{FF2B5EF4-FFF2-40B4-BE49-F238E27FC236}">
                <a16:creationId xmlns:a16="http://schemas.microsoft.com/office/drawing/2014/main" id="{9158C9A3-CF66-F2EF-06BE-11A9B3CE5740}"/>
              </a:ext>
            </a:extLst>
          </p:cNvPr>
          <p:cNvPicPr/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20035" y="301519"/>
            <a:ext cx="3343275" cy="43942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448660D-56E3-27B4-7BC4-3FE8F3D9A90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2" t="14076" r="16339" b="22564"/>
          <a:stretch>
            <a:fillRect/>
          </a:stretch>
        </p:blipFill>
        <p:spPr>
          <a:xfrm>
            <a:off x="10522338" y="208916"/>
            <a:ext cx="831462" cy="6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1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9C2148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eoGb2pa5yrmo_h_gE34cd9E9xdQifFIjtFrHyw0-8jZrtt3Q/viewform?usp=heade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4F52F028-DBE3-ABBC-992D-BF8B4FEC7900}"/>
              </a:ext>
            </a:extLst>
          </p:cNvPr>
          <p:cNvSpPr txBox="1">
            <a:spLocks/>
          </p:cNvSpPr>
          <p:nvPr/>
        </p:nvSpPr>
        <p:spPr>
          <a:xfrm>
            <a:off x="1684733" y="1605929"/>
            <a:ext cx="8822533" cy="1325563"/>
          </a:xfrm>
          <a:prstGeom prst="rect">
            <a:avLst/>
          </a:prstGeom>
          <a:noFill/>
        </p:spPr>
        <p:txBody>
          <a:bodyPr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2148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pPr lvl="0" algn="ctr">
              <a:defRPr/>
            </a:pPr>
            <a:r>
              <a:rPr lang="es-ES" dirty="0"/>
              <a:t>Correlación Entre el Estrés y la Motivación en los Empleados en el Sector Público</a:t>
            </a:r>
            <a:endParaRPr kumimoji="0" lang="es-MX" sz="4400" b="1" i="0" u="none" strike="noStrike" kern="1200" cap="none" spc="0" normalizeH="0" baseline="0" noProof="0" dirty="0">
              <a:ln>
                <a:noFill/>
              </a:ln>
              <a:solidFill>
                <a:srgbClr val="9C2148"/>
              </a:solidFill>
              <a:effectLst/>
              <a:uLnTx/>
              <a:uFillTx/>
              <a:latin typeface="Noto Sans SemiBold" panose="020B0502040504020204" pitchFamily="34" charset="0"/>
              <a:ea typeface="Noto Sans SemiBold" panose="020B0502040504020204" pitchFamily="34" charset="0"/>
              <a:cs typeface="Noto Sans SemiBold" panose="020B0502040504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73B4C8-B014-FB3B-087C-25BBB467C330}"/>
              </a:ext>
            </a:extLst>
          </p:cNvPr>
          <p:cNvSpPr txBox="1"/>
          <p:nvPr/>
        </p:nvSpPr>
        <p:spPr>
          <a:xfrm>
            <a:off x="2927350" y="353775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dirty="0">
                <a:solidFill>
                  <a:srgbClr val="6E152E"/>
                </a:solidFill>
                <a:latin typeface="Noto Sans Medium" panose="020B0502040504020204" pitchFamily="34" charset="0"/>
              </a:rPr>
              <a:t>Ingeniería en gestión empresarial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00821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0232F-F76B-1606-C6B8-DE1001F46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1">
            <a:extLst>
              <a:ext uri="{FF2B5EF4-FFF2-40B4-BE49-F238E27FC236}">
                <a16:creationId xmlns:a16="http://schemas.microsoft.com/office/drawing/2014/main" id="{8250353D-5240-F4D8-8069-A4144D8A5126}"/>
              </a:ext>
            </a:extLst>
          </p:cNvPr>
          <p:cNvSpPr txBox="1">
            <a:spLocks/>
          </p:cNvSpPr>
          <p:nvPr/>
        </p:nvSpPr>
        <p:spPr>
          <a:xfrm>
            <a:off x="293318" y="1478071"/>
            <a:ext cx="8465671" cy="469889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s-MX" dirty="0">
                <a:hlinkClick r:id="rId2"/>
              </a:rPr>
              <a:t>https://docs.google.com/forms/d/e/1FAIpQLSeoGb2pa5yrmo_h_gE34cd9E9xdQifFIjtFrHyw0-8jZrtt3Q/viewform?usp=header</a:t>
            </a:r>
            <a:endParaRPr lang="es-MX" dirty="0"/>
          </a:p>
          <a:p>
            <a:pPr lvl="0">
              <a:defRPr/>
            </a:pPr>
            <a:endParaRPr kumimoji="0" lang="es-MX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Noto Sans Medium" panose="020B0502040504020204" pitchFamily="34" charset="0"/>
              <a:ea typeface="Noto Sans Medium" panose="020B0502040504020204" pitchFamily="34" charset="0"/>
              <a:cs typeface="Noto Sans Medium" panose="020B0502040504020204" pitchFamily="34" charset="0"/>
            </a:endParaRPr>
          </a:p>
          <a:p>
            <a:pPr lvl="0">
              <a:defRPr/>
            </a:pPr>
            <a:endParaRPr kumimoji="0" lang="es-MX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Noto Sans Medium" panose="020B0502040504020204" pitchFamily="34" charset="0"/>
              <a:ea typeface="Noto Sans Medium" panose="020B0502040504020204" pitchFamily="34" charset="0"/>
              <a:cs typeface="Noto Sans Medium" panose="020B0502040504020204" pitchFamily="34" charset="0"/>
            </a:endParaRPr>
          </a:p>
        </p:txBody>
      </p:sp>
      <p:sp>
        <p:nvSpPr>
          <p:cNvPr id="8" name="Título 2">
            <a:extLst>
              <a:ext uri="{FF2B5EF4-FFF2-40B4-BE49-F238E27FC236}">
                <a16:creationId xmlns:a16="http://schemas.microsoft.com/office/drawing/2014/main" id="{D9934BEB-98F1-2C70-9FBA-38E02679510D}"/>
              </a:ext>
            </a:extLst>
          </p:cNvPr>
          <p:cNvSpPr txBox="1">
            <a:spLocks/>
          </p:cNvSpPr>
          <p:nvPr/>
        </p:nvSpPr>
        <p:spPr>
          <a:xfrm>
            <a:off x="293318" y="359851"/>
            <a:ext cx="8465671" cy="884717"/>
          </a:xfrm>
          <a:prstGeom prst="rect">
            <a:avLst/>
          </a:prstGeom>
          <a:noFill/>
        </p:spPr>
        <p:txBody>
          <a:bodyPr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9C2148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srgbClr val="9C2148"/>
                </a:solidFill>
                <a:effectLst/>
                <a:uLnTx/>
                <a:uFillTx/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rPr>
              <a:t>Título</a:t>
            </a:r>
            <a:endParaRPr kumimoji="0" lang="es-MX" sz="4000" b="1" i="0" u="none" strike="noStrike" kern="1200" cap="none" spc="0" normalizeH="0" baseline="0" noProof="0" dirty="0">
              <a:ln>
                <a:noFill/>
              </a:ln>
              <a:solidFill>
                <a:srgbClr val="9C2148"/>
              </a:solidFill>
              <a:effectLst/>
              <a:uLnTx/>
              <a:uFillTx/>
              <a:latin typeface="Noto Sans SemiBold" panose="020B0502040504020204" pitchFamily="34" charset="0"/>
              <a:ea typeface="Noto Sans SemiBold" panose="020B0502040504020204" pitchFamily="34" charset="0"/>
              <a:cs typeface="Noto Sans SemiBold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1125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44</Words>
  <Application>Microsoft Office PowerPoint</Application>
  <PresentationFormat>Panorámica</PresentationFormat>
  <Paragraphs>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Noto Sans</vt:lpstr>
      <vt:lpstr>Noto Sans Medium</vt:lpstr>
      <vt:lpstr>Noto Sans SemiBold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DANIEL PEREZ</dc:creator>
  <cp:lastModifiedBy>Karen Rosas Ortega</cp:lastModifiedBy>
  <cp:revision>9</cp:revision>
  <dcterms:created xsi:type="dcterms:W3CDTF">2026-01-14T16:49:33Z</dcterms:created>
  <dcterms:modified xsi:type="dcterms:W3CDTF">2026-02-28T06:43:24Z</dcterms:modified>
</cp:coreProperties>
</file>